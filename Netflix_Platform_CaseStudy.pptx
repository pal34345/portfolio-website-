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4572000"/>
          </a:xfrm>
          <a:prstGeom prst="ellipse">
            <a:avLst/>
          </a:prstGeom>
          <a:solidFill>
            <a:srgbClr val="1A0508"/>
          </a:solidFill>
          <a:ln w="12700">
            <a:solidFill>
              <a:srgbClr val="1A05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Recommendation Engine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Narrative Discovery Platform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32186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GenAI Prompting to Redesign Content Discovery on Netflix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1965960" cy="29260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794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UX Thinking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3794760"/>
            <a:ext cx="1965960" cy="29260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3794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3794760"/>
            <a:ext cx="1965960" cy="29260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3794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Instructional Design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12280" y="3794760"/>
            <a:ext cx="1965960" cy="29260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3794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GenAI Collaboration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251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Pallab Behari Chaklanabis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Is About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100584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57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07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Netflix recommends content based on your history. But what if a platform tried to understand what kind of story you're looking for — right now?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8503920" cy="100584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04872"/>
            <a:ext cx="457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780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Method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5234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iterative prompts with a Large Language Model, each expanding the scope of the problem, used as a design thinking tool rather than a search engine.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575304"/>
            <a:ext cx="8503920" cy="100584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575304"/>
            <a:ext cx="457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484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Outcome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922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proposed Narrative Discovery Platform where intent precedes inventory, and stories compete on premise rather than thumbnails.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Netflix Discovery Works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463040" cy="100584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History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805940"/>
            <a:ext cx="292608" cy="4572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6699" y="16642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67128" y="1325880"/>
            <a:ext cx="1463040" cy="100584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67128" y="1325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75888" y="1805940"/>
            <a:ext cx="292608" cy="4572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3787" y="16642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14216" y="1325880"/>
            <a:ext cx="1463040" cy="100584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14216" y="1325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Rows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22976" y="1805940"/>
            <a:ext cx="292608" cy="4572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30875" y="16642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61304" y="1325880"/>
            <a:ext cx="1463040" cy="100584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61304" y="1325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70064" y="1805940"/>
            <a:ext cx="292608" cy="4572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7963" y="16642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08392" y="1325880"/>
            <a:ext cx="1463040" cy="100584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08392" y="1325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25146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result: recommendation loops, repetitive exposure, and browsing paralysis.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8503920" cy="45720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Optimised for engagement, not intent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593592"/>
            <a:ext cx="8503920" cy="45720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593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"What will you probably watch?" vs "What story are you looking for?"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169664"/>
            <a:ext cx="8503920" cy="457200"/>
          </a:xfrm>
          <a:prstGeom prst="rect">
            <a:avLst/>
          </a:prstGeom>
          <a:solidFill>
            <a:srgbClr val="1A1A24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1696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Users feel watched, not understood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01 /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Separating Watch and Play Experiences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777240"/>
          </a:xfrm>
          <a:prstGeom prst="rect">
            <a:avLst/>
          </a:prstGeom>
          <a:solidFill>
            <a:srgbClr val="13131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Prompt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"Netflix Window based, separate UI for game and Content. A toggle Of Watch | Play on top to select."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8503920" cy="1508760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Insight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platform serves multiple experience types, mixing them creates cognitive friction. The Watch | Play toggle shifts discovery from browsing to intent-declaration — users announce their mode before they see any options. A hybrid bridge mode was also proposed to preserve thematic overlap between shows and related games.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749040"/>
            <a:ext cx="8503920" cy="457200"/>
          </a:xfrm>
          <a:prstGeom prst="rect">
            <a:avLst/>
          </a:prstGeom>
          <a:solidFill>
            <a:srgbClr val="1A0508"/>
          </a:solidFill>
          <a:ln w="635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 Principle: user intent should precede platform inventory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02 /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Tag-Based Discovery Over Recommendation Rows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777240"/>
          </a:xfrm>
          <a:prstGeom prst="rect">
            <a:avLst/>
          </a:prstGeom>
          <a:solidFill>
            <a:srgbClr val="13131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Prompt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"Instead of giving shows on queue, let people filter through tags like #devotion and #action. Sort by relevance instead of recommendations."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4114800" cy="2103120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76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Predictive Model  (Current)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will the user probably watch?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Driven by history, popularity, and collaborative filtering. Platform decides.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2084832"/>
            <a:ext cx="4114800" cy="2103120"/>
          </a:xfrm>
          <a:prstGeom prst="rect">
            <a:avLst/>
          </a:prstGeom>
          <a:solidFill>
            <a:srgbClr val="1A0508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084832"/>
            <a:ext cx="41148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176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Expressive Model  (Proposed)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54203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story is the user looking for right now?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Driven by thematic tags. User declares intent. Platform responds.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4315968"/>
            <a:ext cx="8503920" cy="457200"/>
          </a:xfrm>
          <a:prstGeom prst="rect">
            <a:avLst/>
          </a:prstGeom>
          <a:solidFill>
            <a:srgbClr val="1A0508"/>
          </a:solidFill>
          <a:ln w="635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 Shift: passive recommendation → active intent expression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03 /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Cards, AI Tagging, and Web-Novel Discovery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621792"/>
          </a:xfrm>
          <a:prstGeom prst="rect">
            <a:avLst/>
          </a:prstGeom>
          <a:solidFill>
            <a:srgbClr val="13131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Prompt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"Automate genre tagging with AI. Not a complete reel but a web novel based approach."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1600200" cy="658368"/>
          </a:xfrm>
          <a:prstGeom prst="rect">
            <a:avLst/>
          </a:prstGeom>
          <a:solidFill>
            <a:srgbClr val="1A1A2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38528"/>
            <a:ext cx="16002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299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 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1938528"/>
            <a:ext cx="1600200" cy="658368"/>
          </a:xfrm>
          <a:prstGeom prst="rect">
            <a:avLst/>
          </a:prstGeom>
          <a:solidFill>
            <a:srgbClr val="1A1A2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1938528"/>
            <a:ext cx="1600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0299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1938528"/>
            <a:ext cx="1600200" cy="658368"/>
          </a:xfrm>
          <a:prstGeom prst="rect">
            <a:avLst/>
          </a:prstGeom>
          <a:solidFill>
            <a:srgbClr val="1A1A24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1938528"/>
            <a:ext cx="1600200" cy="73152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20299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Emotional Tone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1938528"/>
            <a:ext cx="1600200" cy="658368"/>
          </a:xfrm>
          <a:prstGeom prst="rect">
            <a:avLst/>
          </a:prstGeom>
          <a:solidFill>
            <a:srgbClr val="1A1A24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1938528"/>
            <a:ext cx="1600200" cy="7315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0299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Narrative Structure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1938528"/>
            <a:ext cx="1600200" cy="658368"/>
          </a:xfrm>
          <a:prstGeom prst="rect">
            <a:avLst/>
          </a:prstGeom>
          <a:solidFill>
            <a:srgbClr val="1A1A24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1938528"/>
            <a:ext cx="1600200" cy="7315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0299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Philosophical Topic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Multi-layer AI Semantic Tagging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788920"/>
            <a:ext cx="8503920" cy="1097280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880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Insight: Trailers are validation tools, not discovery tools.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32186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Viewers become curious about a story first — through premise, theme, and emotional promise. The trailer then confirms what they've already half-decided. This repositions the entire discovery funnel.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4005072"/>
            <a:ext cx="8503920" cy="457200"/>
          </a:xfrm>
          <a:prstGeom prst="rect">
            <a:avLst/>
          </a:prstGeom>
          <a:solidFill>
            <a:srgbClr val="1A0508"/>
          </a:solidFill>
          <a:ln w="6350">
            <a:solidFill>
              <a:srgbClr val="E509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050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 Concept crystallised: Narrative Discovery Platform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Narrative Discovery Platform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51760" cy="1234440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45720" cy="12344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Watch or Play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2651760" cy="1234440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61872"/>
            <a:ext cx="45720" cy="12344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53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700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 Selection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084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Themes, not genres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61872"/>
            <a:ext cx="2651760" cy="1234440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61872"/>
            <a:ext cx="45720" cy="12344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53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1700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Narrative Match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084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tagging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70632"/>
            <a:ext cx="2651760" cy="1234440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70632"/>
            <a:ext cx="45720" cy="12344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620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32095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Card Feed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593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Premise-first discovery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770632"/>
            <a:ext cx="2651760" cy="1234440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770632"/>
            <a:ext cx="45720" cy="12344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8620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83280" y="32095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Trailer Validation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3593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Confirmation, not persuasion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2770632"/>
            <a:ext cx="2651760" cy="1234440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770632"/>
            <a:ext cx="45720" cy="12344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8620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09360" y="32095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+ Feedback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3593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Refines narrative model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 After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23360" cy="3520440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53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09728" cy="109728"/>
          </a:xfrm>
          <a:prstGeom prst="rect">
            <a:avLst/>
          </a:prstGeom>
          <a:solidFill>
            <a:srgbClr val="8A8A9A"/>
          </a:solidFill>
          <a:ln w="12700">
            <a:solidFill>
              <a:srgbClr val="8A8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373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prediction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21992"/>
            <a:ext cx="109728" cy="109728"/>
          </a:xfrm>
          <a:prstGeom prst="rect">
            <a:avLst/>
          </a:prstGeom>
          <a:solidFill>
            <a:srgbClr val="8A8A9A"/>
          </a:solidFill>
          <a:ln w="12700">
            <a:solidFill>
              <a:srgbClr val="8A8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76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Horizontal content rows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660904"/>
            <a:ext cx="109728" cy="109728"/>
          </a:xfrm>
          <a:prstGeom prst="rect">
            <a:avLst/>
          </a:prstGeom>
          <a:solidFill>
            <a:srgbClr val="8A8A9A"/>
          </a:solidFill>
          <a:ln w="12700">
            <a:solidFill>
              <a:srgbClr val="8A8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151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Thumbnail + autoplay first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99816"/>
            <a:ext cx="109728" cy="109728"/>
          </a:xfrm>
          <a:prstGeom prst="rect">
            <a:avLst/>
          </a:prstGeom>
          <a:solidFill>
            <a:srgbClr val="8A8A9A"/>
          </a:solidFill>
          <a:ln w="12700">
            <a:solidFill>
              <a:srgbClr val="8A8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540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Trailer = primary discovery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38728"/>
            <a:ext cx="109728" cy="109728"/>
          </a:xfrm>
          <a:prstGeom prst="rect">
            <a:avLst/>
          </a:prstGeom>
          <a:solidFill>
            <a:srgbClr val="8A8A9A"/>
          </a:solidFill>
          <a:ln w="12700">
            <a:solidFill>
              <a:srgbClr val="8A8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93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opacity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977640"/>
            <a:ext cx="109728" cy="109728"/>
          </a:xfrm>
          <a:prstGeom prst="rect">
            <a:avLst/>
          </a:prstGeom>
          <a:solidFill>
            <a:srgbClr val="8A8A9A"/>
          </a:solidFill>
          <a:ln w="12700">
            <a:solidFill>
              <a:srgbClr val="8A8A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31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loops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234440"/>
            <a:ext cx="4114800" cy="3520440"/>
          </a:xfrm>
          <a:prstGeom prst="rect">
            <a:avLst/>
          </a:prstGeom>
          <a:solidFill>
            <a:srgbClr val="0D0D18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234440"/>
            <a:ext cx="41148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1783080"/>
            <a:ext cx="109728" cy="1097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Intent-based discovery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221992"/>
            <a:ext cx="109728" cy="1097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card feed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2660904"/>
            <a:ext cx="109728" cy="1097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3208" y="26151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Premise and theme first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099816"/>
            <a:ext cx="109728" cy="1097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30540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Trailer = validation layer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3538728"/>
            <a:ext cx="109728" cy="1097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User-visible filtering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977640"/>
            <a:ext cx="109728" cy="1097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93208" y="3931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model refinement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ACKNOWLEDGED LIMITATIONS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Honest Constraints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14800" cy="47548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26187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tags may misinterpret nuanced narratives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261872"/>
            <a:ext cx="4114800" cy="47548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26187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26187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quality depends on script completeness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10512"/>
            <a:ext cx="4114800" cy="47548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181051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81051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Story-card feeds risk browsing without viewing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810512"/>
            <a:ext cx="4114800" cy="47548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181051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81051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Casual users may prefer passive recommendation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59152"/>
            <a:ext cx="4114800" cy="47548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" y="23591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35915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Social-feed mechanics risk prioritising engagement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359152"/>
            <a:ext cx="4114800" cy="47548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23591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235915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taxonomies require ongoing moderation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07792"/>
            <a:ext cx="4114800" cy="47548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9768" y="29077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290779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providers may resist script submission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907792"/>
            <a:ext cx="4114800" cy="47548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10328" y="29077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90779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Thematic complexity grows with library size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456432"/>
            <a:ext cx="4114800" cy="47548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9768" y="345643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45643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cultural variation distorts tagging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456432"/>
            <a:ext cx="4114800" cy="475488"/>
          </a:xfrm>
          <a:prstGeom prst="rect">
            <a:avLst/>
          </a:prstGeom>
          <a:solidFill>
            <a:srgbClr val="13131A"/>
          </a:solidFill>
          <a:ln w="9525">
            <a:solidFill>
              <a:srgbClr val="2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10328" y="345643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45643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systems hold years of behavioural data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7315200" cy="5486400"/>
          </a:xfrm>
          <a:prstGeom prst="ellipse">
            <a:avLst/>
          </a:prstGeom>
          <a:solidFill>
            <a:srgbClr val="1A0508"/>
          </a:solidFill>
          <a:ln w="12700">
            <a:solidFill>
              <a:srgbClr val="1A05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509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prompts were not queries for answers.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were tools for thinking."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8229600" cy="36576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prompt extended the frame of the problem until the solution had a shape not anticipated at the start.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methodology is transferable to Instructional Design, Technical Writing, and any domain where problem framing precedes solution building.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Pallab Behari Chaklanabis  ·  Instructional Design &amp; Technical Writing Portfolio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Recommendation Engine to Narrative Discovery Platform</dc:title>
  <dc:subject>PptxGenJS Presentation</dc:subject>
  <dc:creator>Pallab Behari Chaklanabis</dc:creator>
  <cp:lastModifiedBy>Pallab Behari Chaklanabis</cp:lastModifiedBy>
  <cp:revision>1</cp:revision>
  <dcterms:created xsi:type="dcterms:W3CDTF">2026-06-04T18:45:23Z</dcterms:created>
  <dcterms:modified xsi:type="dcterms:W3CDTF">2026-06-04T18:45:23Z</dcterms:modified>
</cp:coreProperties>
</file>